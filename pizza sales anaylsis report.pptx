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58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6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0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4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3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7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6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5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8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6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933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679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54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0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AE119-3E74-4BDE-B7EF-7B81F44D452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344D1A-72B8-4F6A-A2CC-07616576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izzasales1/Home?:language=en-GB&amp;:sid=&amp;:redirect=auth&amp;:display_count=n&amp;:origin=viz_share_lin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D53348-5DF1-6591-8FBF-925340CC48AD}"/>
              </a:ext>
            </a:extLst>
          </p:cNvPr>
          <p:cNvSpPr/>
          <p:nvPr/>
        </p:nvSpPr>
        <p:spPr>
          <a:xfrm>
            <a:off x="1042469" y="888862"/>
            <a:ext cx="912598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 Narrow" panose="020B0004020202020204" pitchFamily="34" charset="0"/>
              </a:rPr>
              <a:t>Pizza Sales Analysis Interactive Dashboard Report</a:t>
            </a:r>
          </a:p>
        </p:txBody>
      </p:sp>
      <p:pic>
        <p:nvPicPr>
          <p:cNvPr id="1028" name="Picture 4" descr="8 Latest Sales Trends to Follow in 2026">
            <a:extLst>
              <a:ext uri="{FF2B5EF4-FFF2-40B4-BE49-F238E27FC236}">
                <a16:creationId xmlns:a16="http://schemas.microsoft.com/office/drawing/2014/main" id="{90BFCE23-88E7-0CC8-91CF-53E150433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753023"/>
            <a:ext cx="5876927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zza Slice Cartoon Images – Browse 84,499 Stock Photos, Vectors, and Video  | Adobe Stock">
            <a:extLst>
              <a:ext uri="{FF2B5EF4-FFF2-40B4-BE49-F238E27FC236}">
                <a16:creationId xmlns:a16="http://schemas.microsoft.com/office/drawing/2014/main" id="{513222D3-88A8-FF73-6DBD-7CB627D1F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643188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29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64B46-4964-0E70-7CFD-CDB2C6D7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18109" r="15742" b="14566"/>
          <a:stretch>
            <a:fillRect/>
          </a:stretch>
        </p:blipFill>
        <p:spPr>
          <a:xfrm>
            <a:off x="0" y="0"/>
            <a:ext cx="12192000" cy="68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3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4CC3F-4BC9-259E-B32B-F78DD14F0A66}"/>
              </a:ext>
            </a:extLst>
          </p:cNvPr>
          <p:cNvSpPr txBox="1"/>
          <p:nvPr/>
        </p:nvSpPr>
        <p:spPr>
          <a:xfrm>
            <a:off x="1440273" y="3105834"/>
            <a:ext cx="7703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https://public.tableau.com/views/pizzasales1/Home?:language=en-GB&amp;:sid=&amp;:redirect=auth&amp;:display_count=n&amp;:origin=viz_share_link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6641EA-462A-4FBB-606E-D4A95C3E4EA4}"/>
              </a:ext>
            </a:extLst>
          </p:cNvPr>
          <p:cNvSpPr/>
          <p:nvPr/>
        </p:nvSpPr>
        <p:spPr>
          <a:xfrm>
            <a:off x="347539" y="1852910"/>
            <a:ext cx="54104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Dashboard Link: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092852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46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 Narrow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Shefa Ali</dc:creator>
  <cp:lastModifiedBy>Shefa Ali</cp:lastModifiedBy>
  <cp:revision>1</cp:revision>
  <dcterms:created xsi:type="dcterms:W3CDTF">2026-04-27T03:27:43Z</dcterms:created>
  <dcterms:modified xsi:type="dcterms:W3CDTF">2026-04-27T03:34:47Z</dcterms:modified>
</cp:coreProperties>
</file>